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44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8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366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4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025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92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947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730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4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969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6296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440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8711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484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065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336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64AE2-F8D0-4E28-A9E9-BB85B06646A3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38F23F0-C4D6-48DC-ABB5-0065E98651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72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91573" y="816708"/>
            <a:ext cx="6845031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 World Builder - Project Brief for Game Company Collaboration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361873" y="1819072"/>
            <a:ext cx="8686800" cy="2434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Executive Summary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 World Builder is a location-based augmented reality social game that transforms the physical world into a persistent, interactive digital playground. Users place virtual objects (blocks, text, boards) in real-world locations through their phone cameras, creating a shared layer of digital content visible only to app users. The game combines creative expression, social interaction, and competitive gameplay through location-based leaderboards and collaborative building.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4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6393" y="573711"/>
            <a:ext cx="8166847" cy="55156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Segoe UI Symbol" panose="020B0502040204020203" pitchFamily="34" charset="0"/>
              </a:rPr>
              <a:t>🎮</a:t>
            </a:r>
            <a:r>
              <a:rPr lang="en-US" sz="2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Core Gameplay Loop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Discovery Phase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Users open the app to see virtual objects overlaid on real-world environments via their camera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Explore neighborhoods to find clusters of user-generated content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Discover "hot spots" where communities have created elaborate virtual structures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Creation Phase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Place Blocks: Basic building units (cubes, spheres, pyramids) placed on detected surfaces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Messages: Floating text that can be attached to locations or objects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Boards: Interactive surfaces where multiple users can contribute messages/drawings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Build Structures: Combine blocks into more complex creations (houses, sculptures, signs)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10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9029" y="1126472"/>
            <a:ext cx="9144000" cy="3795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Interaction Phase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Like/Rate: Positive engagement with others' creations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Destroy/Remove: Competitive element - remove others' blocks (with point consequences)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Comment/Reply: Social interaction on boards and structures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Collaborate: Multiple users building together in real-time at same location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Progression Phase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Points System: Earn points for all creative and social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actions.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Leaderboards: Compete at neighborhood, city, and national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levels.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Achievements: Unlock badges for milestones (First Build, Master Architect, City Champion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Reputation System: Gain influence in specific locations through consistent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contributions.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0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0485" y="1065826"/>
            <a:ext cx="8654143" cy="3565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 Technology Stack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Surface Detection: Floors, walls, tables, and terrain using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ARKit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ARCore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Persistent Anchoring: Google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Cloud Anchors + GPS for object persistence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Multiplayer Sync: Real-time collaboration with 5+ users in same location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Mapping: Create persistent digital layers tied to physical locations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Systems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Profiles: Portfolio of creations, points, achievements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Friend Networks: Follow friends, visit their creations, collaborate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Community Hubs: Designated "building zones" in parks, campuses,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landmarks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65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1856" y="605021"/>
            <a:ext cx="10047516" cy="5834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📊 Technical Architecture</a:t>
            </a:r>
            <a:endParaRPr lang="en-IN" sz="2800" dirty="0"/>
          </a:p>
          <a:p>
            <a:r>
              <a:rPr lang="en-US" sz="2000" b="1" dirty="0"/>
              <a:t>Frontend</a:t>
            </a:r>
            <a:endParaRPr lang="en-IN" sz="2000" dirty="0"/>
          </a:p>
          <a:p>
            <a:pPr lvl="0"/>
            <a:r>
              <a:rPr lang="en-US" dirty="0"/>
              <a:t>Game Engine: Unity 2022.3 LTS</a:t>
            </a:r>
            <a:endParaRPr lang="en-IN" dirty="0"/>
          </a:p>
          <a:p>
            <a:pPr lvl="0"/>
            <a:r>
              <a:rPr lang="en-US" dirty="0"/>
              <a:t>AR Framework: AR Foundation (</a:t>
            </a:r>
            <a:r>
              <a:rPr lang="en-US" dirty="0" err="1"/>
              <a:t>ARKit</a:t>
            </a:r>
            <a:r>
              <a:rPr lang="en-US" dirty="0"/>
              <a:t> + </a:t>
            </a:r>
            <a:r>
              <a:rPr lang="en-US" dirty="0" err="1"/>
              <a:t>ARCore</a:t>
            </a:r>
            <a:r>
              <a:rPr lang="en-US" dirty="0"/>
              <a:t>)</a:t>
            </a:r>
            <a:endParaRPr lang="en-IN" dirty="0"/>
          </a:p>
          <a:p>
            <a:pPr lvl="0"/>
            <a:r>
              <a:rPr lang="en-US" dirty="0"/>
              <a:t>Platforms: Android (Phase 1), iOS (Phase 2)</a:t>
            </a:r>
            <a:endParaRPr lang="en-IN" dirty="0"/>
          </a:p>
          <a:p>
            <a:pPr lvl="0"/>
            <a:r>
              <a:rPr lang="en-US" dirty="0"/>
              <a:t>Graphics: Optimized for mid-range mobile devices (30 FPS target)</a:t>
            </a:r>
            <a:endParaRPr lang="en-IN" dirty="0"/>
          </a:p>
          <a:p>
            <a:r>
              <a:rPr lang="en-US" sz="2000" b="1" dirty="0"/>
              <a:t>Backend</a:t>
            </a:r>
            <a:endParaRPr lang="en-IN" sz="2000" dirty="0"/>
          </a:p>
          <a:p>
            <a:pPr lvl="0"/>
            <a:r>
              <a:rPr lang="en-US" dirty="0"/>
              <a:t>Database: Firebase </a:t>
            </a:r>
            <a:r>
              <a:rPr lang="en-US" dirty="0" err="1"/>
              <a:t>Firestore</a:t>
            </a:r>
            <a:r>
              <a:rPr lang="en-US" dirty="0"/>
              <a:t> (real-time sync)</a:t>
            </a:r>
            <a:endParaRPr lang="en-IN" dirty="0"/>
          </a:p>
          <a:p>
            <a:pPr lvl="0"/>
            <a:r>
              <a:rPr lang="en-US" dirty="0"/>
              <a:t>Authentication: Firebase </a:t>
            </a:r>
            <a:r>
              <a:rPr lang="en-US" dirty="0" err="1"/>
              <a:t>Auth</a:t>
            </a:r>
            <a:r>
              <a:rPr lang="en-US" dirty="0"/>
              <a:t> + social logins</a:t>
            </a:r>
            <a:endParaRPr lang="en-IN" dirty="0"/>
          </a:p>
          <a:p>
            <a:pPr lvl="0"/>
            <a:r>
              <a:rPr lang="en-US" dirty="0"/>
              <a:t>Cloud Functions: Game logic, moderation, analytics</a:t>
            </a:r>
            <a:endParaRPr lang="en-IN" dirty="0"/>
          </a:p>
          <a:p>
            <a:pPr lvl="0"/>
            <a:r>
              <a:rPr lang="en-US" dirty="0"/>
              <a:t>CDN: Asset delivery for 3D models/textures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r>
              <a:rPr lang="en-US" sz="2000" b="1" dirty="0"/>
              <a:t>Third-Party Services</a:t>
            </a:r>
            <a:endParaRPr lang="en-IN" sz="2000" dirty="0"/>
          </a:p>
          <a:p>
            <a:pPr lvl="0"/>
            <a:r>
              <a:rPr lang="en-US" dirty="0"/>
              <a:t>Google Maps API: Location services, </a:t>
            </a:r>
            <a:r>
              <a:rPr lang="en-US" dirty="0" err="1"/>
              <a:t>geofencing</a:t>
            </a:r>
            <a:endParaRPr lang="en-IN" dirty="0"/>
          </a:p>
          <a:p>
            <a:pPr lvl="0"/>
            <a:r>
              <a:rPr lang="en-US" dirty="0" err="1"/>
              <a:t>ARCore</a:t>
            </a:r>
            <a:r>
              <a:rPr lang="en-US" dirty="0"/>
              <a:t> Cloud Anchors: Persistent object placement</a:t>
            </a:r>
            <a:endParaRPr lang="en-IN" dirty="0"/>
          </a:p>
          <a:p>
            <a:pPr lvl="0"/>
            <a:r>
              <a:rPr lang="en-US" dirty="0"/>
              <a:t>Stripe/Payment: In-app purchases</a:t>
            </a:r>
            <a:endParaRPr lang="en-IN" dirty="0"/>
          </a:p>
          <a:p>
            <a:pPr lvl="0"/>
            <a:r>
              <a:rPr lang="en-US" dirty="0"/>
              <a:t>Analytics: </a:t>
            </a:r>
            <a:r>
              <a:rPr lang="en-US" dirty="0" err="1"/>
              <a:t>Mixpanel</a:t>
            </a:r>
            <a:r>
              <a:rPr lang="en-US" dirty="0"/>
              <a:t>/Amplitude for user behavior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r>
              <a:rPr lang="en-US" dirty="0"/>
              <a:t> </a:t>
            </a:r>
            <a:endParaRPr lang="en-IN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90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7082" y="930242"/>
            <a:ext cx="8650942" cy="1413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Systems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Profiles: Portfolio of creations, points, achievements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Friend Networks: Follow friends, visit their creations, collaborate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Community Hubs: Designated "building zones" in parks, campuses,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landmarks</a:t>
            </a:r>
            <a:r>
              <a:rPr lang="en-US" dirty="0"/>
              <a:t> 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757082" y="2918680"/>
            <a:ext cx="6096000" cy="141333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000" b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Segments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Tourists: Location-based discovery and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interaction.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Brands/Artists: Sponsored content and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installations.</a:t>
            </a:r>
            <a:endParaRPr lang="en-IN" sz="1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Educators: Geography, history, collaborative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61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554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Segoe UI Symbol</vt:lpstr>
      <vt:lpstr>Symbol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Rakesh GR</dc:creator>
  <cp:lastModifiedBy>Rakesh GR</cp:lastModifiedBy>
  <cp:revision>2</cp:revision>
  <dcterms:created xsi:type="dcterms:W3CDTF">2025-12-30T04:53:15Z</dcterms:created>
  <dcterms:modified xsi:type="dcterms:W3CDTF">2025-12-30T09:26:03Z</dcterms:modified>
</cp:coreProperties>
</file>