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10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2F4D-A596-49AF-B198-48D5309D0F6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7F01-5291-4B6E-8494-E0CDA3510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831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2F4D-A596-49AF-B198-48D5309D0F6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7F01-5291-4B6E-8494-E0CDA3510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251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2F4D-A596-49AF-B198-48D5309D0F6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7F01-5291-4B6E-8494-E0CDA3510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28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2F4D-A596-49AF-B198-48D5309D0F6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7F01-5291-4B6E-8494-E0CDA3510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454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2F4D-A596-49AF-B198-48D5309D0F6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7F01-5291-4B6E-8494-E0CDA3510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72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2F4D-A596-49AF-B198-48D5309D0F6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7F01-5291-4B6E-8494-E0CDA3510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10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2F4D-A596-49AF-B198-48D5309D0F6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7F01-5291-4B6E-8494-E0CDA3510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394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2F4D-A596-49AF-B198-48D5309D0F6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7F01-5291-4B6E-8494-E0CDA3510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959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2F4D-A596-49AF-B198-48D5309D0F6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7F01-5291-4B6E-8494-E0CDA3510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833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2F4D-A596-49AF-B198-48D5309D0F6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7F01-5291-4B6E-8494-E0CDA3510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00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2F4D-A596-49AF-B198-48D5309D0F6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7F01-5291-4B6E-8494-E0CDA35100C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3535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2F4D-A596-49AF-B198-48D5309D0F6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7F01-5291-4B6E-8494-E0CDA3510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158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2F4D-A596-49AF-B198-48D5309D0F6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7F01-5291-4B6E-8494-E0CDA35100C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3132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2F4D-A596-49AF-B198-48D5309D0F6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7F01-5291-4B6E-8494-E0CDA3510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171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2F4D-A596-49AF-B198-48D5309D0F6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7F01-5291-4B6E-8494-E0CDA3510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014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2F4D-A596-49AF-B198-48D5309D0F6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7F01-5291-4B6E-8494-E0CDA3510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761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22F4D-A596-49AF-B198-48D5309D0F6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CCE7F01-5291-4B6E-8494-E0CDA3510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167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0485" y="1065826"/>
            <a:ext cx="8654143" cy="3565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 Technology Stack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Surface Detection: Floors, walls, tables, and terrain using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ARKit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ARCore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Persistent Anchoring: Google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ARCore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Cloud Anchors + GPS for object persistence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Multiplayer Sync: Real-time collaboration with 5+ users in same location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World Mapping: Create persistent digital layers tied to physical locations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Social Systems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Profiles: Portfolio of creations, points, achievements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Friend Networks: Follow friends, visit their creations, collaborate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Community Hubs: Designated "building zones" in parks, campuses,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landmarks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517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1856" y="605021"/>
            <a:ext cx="10047516" cy="5834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📊 Technical Architecture</a:t>
            </a:r>
            <a:endParaRPr lang="en-IN" sz="2800" dirty="0"/>
          </a:p>
          <a:p>
            <a:r>
              <a:rPr lang="en-US" sz="2000" b="1" dirty="0"/>
              <a:t>Frontend</a:t>
            </a:r>
            <a:endParaRPr lang="en-IN" sz="2000" dirty="0"/>
          </a:p>
          <a:p>
            <a:pPr lvl="0"/>
            <a:r>
              <a:rPr lang="en-US" dirty="0"/>
              <a:t>Game Engine: Unity 2022.3 LTS</a:t>
            </a:r>
            <a:endParaRPr lang="en-IN" dirty="0"/>
          </a:p>
          <a:p>
            <a:pPr lvl="0"/>
            <a:r>
              <a:rPr lang="en-US" dirty="0"/>
              <a:t>AR Framework: AR Foundation (</a:t>
            </a:r>
            <a:r>
              <a:rPr lang="en-US" dirty="0" err="1"/>
              <a:t>ARKit</a:t>
            </a:r>
            <a:r>
              <a:rPr lang="en-US" dirty="0"/>
              <a:t> + </a:t>
            </a:r>
            <a:r>
              <a:rPr lang="en-US" dirty="0" err="1"/>
              <a:t>ARCore</a:t>
            </a:r>
            <a:r>
              <a:rPr lang="en-US" dirty="0"/>
              <a:t>)</a:t>
            </a:r>
            <a:endParaRPr lang="en-IN" dirty="0"/>
          </a:p>
          <a:p>
            <a:pPr lvl="0"/>
            <a:r>
              <a:rPr lang="en-US" dirty="0"/>
              <a:t>Platforms: Android (Phase 1), iOS (Phase 2)</a:t>
            </a:r>
            <a:endParaRPr lang="en-IN" dirty="0"/>
          </a:p>
          <a:p>
            <a:pPr lvl="0"/>
            <a:r>
              <a:rPr lang="en-US" dirty="0"/>
              <a:t>Graphics: Optimized for mid-range mobile devices (30 FPS target)</a:t>
            </a:r>
            <a:endParaRPr lang="en-IN" dirty="0"/>
          </a:p>
          <a:p>
            <a:r>
              <a:rPr lang="en-US" sz="2000" b="1" dirty="0"/>
              <a:t>Backend</a:t>
            </a:r>
            <a:endParaRPr lang="en-IN" sz="2000" dirty="0"/>
          </a:p>
          <a:p>
            <a:pPr lvl="0"/>
            <a:r>
              <a:rPr lang="en-US" dirty="0"/>
              <a:t>Database: Firebase </a:t>
            </a:r>
            <a:r>
              <a:rPr lang="en-US" dirty="0" err="1"/>
              <a:t>Firestore</a:t>
            </a:r>
            <a:r>
              <a:rPr lang="en-US" dirty="0"/>
              <a:t> (real-time sync)</a:t>
            </a:r>
            <a:endParaRPr lang="en-IN" dirty="0"/>
          </a:p>
          <a:p>
            <a:pPr lvl="0"/>
            <a:r>
              <a:rPr lang="en-US" dirty="0"/>
              <a:t>Authentication: Firebase </a:t>
            </a:r>
            <a:r>
              <a:rPr lang="en-US" dirty="0" err="1"/>
              <a:t>Auth</a:t>
            </a:r>
            <a:r>
              <a:rPr lang="en-US" dirty="0"/>
              <a:t> + social logins</a:t>
            </a:r>
            <a:endParaRPr lang="en-IN" dirty="0"/>
          </a:p>
          <a:p>
            <a:pPr lvl="0"/>
            <a:r>
              <a:rPr lang="en-US" dirty="0"/>
              <a:t>Cloud Functions: Game logic, moderation, analytics</a:t>
            </a:r>
            <a:endParaRPr lang="en-IN" dirty="0"/>
          </a:p>
          <a:p>
            <a:pPr lvl="0"/>
            <a:r>
              <a:rPr lang="en-US" dirty="0"/>
              <a:t>CDN: Asset delivery for 3D models/textures</a:t>
            </a:r>
            <a:endParaRPr lang="en-IN" dirty="0"/>
          </a:p>
          <a:p>
            <a:r>
              <a:rPr lang="en-US" dirty="0"/>
              <a:t> </a:t>
            </a:r>
            <a:endParaRPr lang="en-IN" dirty="0"/>
          </a:p>
          <a:p>
            <a:r>
              <a:rPr lang="en-US" sz="2000" b="1" dirty="0"/>
              <a:t>Third-Party Services</a:t>
            </a:r>
            <a:endParaRPr lang="en-IN" sz="2000" dirty="0"/>
          </a:p>
          <a:p>
            <a:pPr lvl="0"/>
            <a:r>
              <a:rPr lang="en-US" dirty="0"/>
              <a:t>Google Maps API: Location services, </a:t>
            </a:r>
            <a:r>
              <a:rPr lang="en-US" dirty="0" err="1"/>
              <a:t>geofencing</a:t>
            </a:r>
            <a:endParaRPr lang="en-IN" dirty="0"/>
          </a:p>
          <a:p>
            <a:pPr lvl="0"/>
            <a:r>
              <a:rPr lang="en-US" dirty="0" err="1"/>
              <a:t>ARCore</a:t>
            </a:r>
            <a:r>
              <a:rPr lang="en-US" dirty="0"/>
              <a:t> Cloud Anchors: Persistent object placement</a:t>
            </a:r>
            <a:endParaRPr lang="en-IN" dirty="0"/>
          </a:p>
          <a:p>
            <a:pPr lvl="0"/>
            <a:r>
              <a:rPr lang="en-US" dirty="0"/>
              <a:t>Stripe/Payment: In-app purchases</a:t>
            </a:r>
            <a:endParaRPr lang="en-IN" dirty="0"/>
          </a:p>
          <a:p>
            <a:pPr lvl="0"/>
            <a:r>
              <a:rPr lang="en-US" dirty="0"/>
              <a:t>Analytics: </a:t>
            </a:r>
            <a:r>
              <a:rPr lang="en-US" dirty="0" err="1"/>
              <a:t>Mixpanel</a:t>
            </a:r>
            <a:r>
              <a:rPr lang="en-US" dirty="0"/>
              <a:t>/Amplitude for user behavior</a:t>
            </a:r>
            <a:endParaRPr lang="en-IN" dirty="0"/>
          </a:p>
          <a:p>
            <a:r>
              <a:rPr lang="en-US" dirty="0"/>
              <a:t> </a:t>
            </a:r>
            <a:endParaRPr lang="en-IN" dirty="0"/>
          </a:p>
          <a:p>
            <a:r>
              <a:rPr lang="en-US" dirty="0"/>
              <a:t> </a:t>
            </a:r>
            <a:endParaRPr lang="en-IN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8980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195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Symbol</vt:lpstr>
      <vt:lpstr>Times New Roman</vt:lpstr>
      <vt:lpstr>Trebuchet MS</vt:lpstr>
      <vt:lpstr>Wingdings 3</vt:lpstr>
      <vt:lpstr>Facet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Rakesh GR</dc:creator>
  <cp:lastModifiedBy>Rakesh GR</cp:lastModifiedBy>
  <cp:revision>1</cp:revision>
  <dcterms:created xsi:type="dcterms:W3CDTF">2025-12-30T05:08:29Z</dcterms:created>
  <dcterms:modified xsi:type="dcterms:W3CDTF">2025-12-30T05:10:33Z</dcterms:modified>
</cp:coreProperties>
</file>